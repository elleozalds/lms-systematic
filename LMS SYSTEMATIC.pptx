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6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609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264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888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6753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6036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998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720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068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439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7880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9979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324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8204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5287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60277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8808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146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BAD7E-31F1-4237-9901-39B1C09D47C5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3CF7B-CF92-4768-A88B-D7F33340AB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71942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6592D-0632-4FDE-97D3-199ACF48F4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LMS SYSTEMATIC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22A8E9-4FB1-424D-A29E-A84BFA5E0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PE" dirty="0"/>
              <a:t>Asesor:  Barrios Quispe Richard </a:t>
            </a:r>
            <a:r>
              <a:rPr lang="es-PE" dirty="0" err="1"/>
              <a:t>Jhonson</a:t>
            </a:r>
            <a:endParaRPr lang="es-PE" dirty="0"/>
          </a:p>
          <a:p>
            <a:r>
              <a:rPr lang="es-PE" dirty="0"/>
              <a:t>Autores: Palacios Gonzales Leonardo Alexander</a:t>
            </a:r>
          </a:p>
          <a:p>
            <a:r>
              <a:rPr lang="es-PE" dirty="0"/>
              <a:t>	    Salas Vásquez Fabián Alonzo</a:t>
            </a:r>
          </a:p>
          <a:p>
            <a:r>
              <a:rPr lang="es-PE" dirty="0"/>
              <a:t>	    Apolaya Mendoza Carlos David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4604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83F64-CF61-4C9B-AC2E-7A6556F0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Centro de Practicas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78EC2C-687F-4019-B8AA-50659D38E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err="1"/>
              <a:t>Systematic</a:t>
            </a:r>
            <a:r>
              <a:rPr lang="es-ES" dirty="0"/>
              <a:t> es una corporación educativa con más de 10 años de experiencia, especializada en capacitación informática y ofimática, que opera en Ica y Chincha.</a:t>
            </a:r>
          </a:p>
          <a:p>
            <a:endParaRPr lang="es-ES" dirty="0"/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Misión. 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</a:t>
            </a: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Systematic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transformamos el potencial de las personas en oportunidades reales.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Brindamos programas de capacitación tecnológica con un enfoque práctico, moderno y orientado al mercado laboral, formando profesionales seguros, competitivos y preparados para afrontar los desafíos del mundo actual.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08309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9ADB9-22A1-4531-A2FB-BE61FB0C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7A1465-FE82-456B-B43B-831E44DE1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P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Systematic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dentro de unos años, habrá crecido de forma sostenida, contará con múltiples sedes, una oferta amplia de programas de capacitación empresarial y manejará cientos de estudiantes activos en simultáneo, tanto de manera presencial como virtual.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medida que aumentara la cantidad de estudiantes, cursos y docentes, el ERP, que inicialmente fue suficiente para la gestión administrativa, empezara a quedarse corto en la gestión académica y del aprendizaje. La empresa enfrentara dificultades para administrar contenidos, hacer seguimiento al progreso de los estudiantes y garantizar una experiencia formativa uniforme.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1527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7B414-511F-4442-B6E0-706114FC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Como se desarrolla el Proyecto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ABF9F1-3410-460F-985E-A1493B78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 err="1"/>
              <a:t>Stack</a:t>
            </a:r>
            <a:r>
              <a:rPr lang="es-ES" dirty="0"/>
              <a:t> de tecnologías:</a:t>
            </a:r>
          </a:p>
          <a:p>
            <a:pPr marL="0" indent="0">
              <a:buNone/>
            </a:pPr>
            <a:r>
              <a:rPr lang="es-ES" dirty="0"/>
              <a:t>Laravel: Laravel Framework es una buena opción para un LMS porque nos permite desarrollar el sistema de forma más rápida y ordenada. No tenemos que empezar todo desde cero, ya que el </a:t>
            </a:r>
            <a:r>
              <a:rPr lang="es-ES" dirty="0" err="1"/>
              <a:t>framework</a:t>
            </a:r>
            <a:r>
              <a:rPr lang="es-ES" dirty="0"/>
              <a:t> ya trae muchas herramientas listas, como el manejo de rutas, controladores y base de datos, lo que nos ayuda a enfocarnos directamente en las funcionalidades del sistema, como usuarios, cursos y evaluaciones.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Además, nos ayuda a mantener el proyecto organizado gracias a su estructura, lo que es importante cuando el sistema empieza a crecer y tiene varios módulos. También incluye seguridad integrada, como el cifrado de contraseñas, algo fundamental porque estamos trabajando con información de usuarios.</a:t>
            </a:r>
          </a:p>
        </p:txBody>
      </p:sp>
    </p:spTree>
    <p:extLst>
      <p:ext uri="{BB962C8B-B14F-4D97-AF65-F5344CB8AC3E}">
        <p14:creationId xmlns:p14="http://schemas.microsoft.com/office/powerpoint/2010/main" val="1856474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FC243-961A-49EC-8E53-052F34506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789A03-11B5-477A-86C8-61EFCEE27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Bootstrap: Se uso Bootstrap para dar un diseño rápido y minimalista.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46592359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350</Words>
  <Application>Microsoft Office PowerPoint</Application>
  <PresentationFormat>Panorámica</PresentationFormat>
  <Paragraphs>19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Berlín</vt:lpstr>
      <vt:lpstr>LMS SYSTEMATIC</vt:lpstr>
      <vt:lpstr>Centro de Practicas</vt:lpstr>
      <vt:lpstr>Presentación de PowerPoint</vt:lpstr>
      <vt:lpstr>Como se desarrolla el Proyecto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LMS SYSTEMATIC</dc:title>
  <dc:creator>SENATI</dc:creator>
  <cp:lastModifiedBy>SENATI</cp:lastModifiedBy>
  <cp:revision>5</cp:revision>
  <dcterms:created xsi:type="dcterms:W3CDTF">2026-04-24T17:06:10Z</dcterms:created>
  <dcterms:modified xsi:type="dcterms:W3CDTF">2026-04-24T18:06:04Z</dcterms:modified>
</cp:coreProperties>
</file>